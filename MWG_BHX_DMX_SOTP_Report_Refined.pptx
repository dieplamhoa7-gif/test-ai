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MWG SOTP refine: BHX / ĐMX / TGDĐ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Model refine hơn; không neo ngược về giá 70k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Mục tiêu: sửa bộ định giá cũ vì ĐMX và TGDĐ trước đó còn quá thô / implied remainder.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Model mới dùng logic earnings-based rõ hơn cho ĐMX, blend EV/Sales + P/E cho BHX, và giữ TGDĐ ở mức bảo thủ.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Benchmark hiện dùng: giá MWG 70.000 đ/cp. 1.463 triệu cp. net debt 7.000 tỷ.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Lưu ý: net debt và shares vẫn cần cập nhật theo BCTC/latest source để ra target price chính xác hơn.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Dữ liệu public đã khóa được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Mảng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Chỉ tiêu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Giá trị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Nguồn/ghi chú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MWG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Doanh thu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155928.1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CafeF KQKD 2025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MWG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LNST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7072.6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CafeF KQKD 2025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BHX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Doanh thu Q1/2026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13100.0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Bài public CafeF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BHX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LN Q1/2026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400.0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Bài public CafeF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BHX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Biên LN Q1/2026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Suy ra từ DT/LN public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BHX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KH DT/LN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55500 / 1800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Bài public CafeF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ĐMX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LNST Q1/2026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2.219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MWG/CafeF public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ĐMX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Dịch vụ thợ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2.576 tỷ DT / 201 tỷ LNST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CafeF public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Logic model mới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BHX: blend EV/Sales và P/E dựa trên kế hoạch 2026 (55.500 tỷ doanh thu; 1.800 tỷ lợi nhuận).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ĐMX: không dùng placeholder IPO đơn thuần nữa; dùng LNST Q1/2026 = 2.219 tỷ, annualize có haircut rồi áp P/E.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TGDĐ: vì chưa có standalone clean trong phiên nên giữ hướng bảo thủ bằng PAT assumption x P/E mature retail.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Other: để nhỏ, tránh thổi phồng giá trị ngoài 3 mảng chính.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Mục tiêu của model này là làm cho target price “có lý hơn”, không phải làm đẹp số.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Assumption chi tiết theo kịch bản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343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Khoản mục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Bear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Bull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BHX EV/Sales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0.45x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0.55x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0.70x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BHX P/E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24x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ĐMX annualization factor trên Q1/2026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3.8x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ĐMX P/E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12x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TGDĐ PAT 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900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1.100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1.300 tỷ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TGDĐ P/E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10x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2.000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2.500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3.000 tỷ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84632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Cái nào sourced thì dùng sourced; cái nào chưa sourced đủ thì ghi rõ là assumption để tránh “chính xác giả”.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Kết quả target price MWG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6766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1353312"/>
                <a:gridCol w="1353312"/>
                <a:gridCol w="1353312"/>
                <a:gridCol w="1353312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Kịch bản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MWG 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Equity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Target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Upside vs 70k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107095.5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100095.5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68418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-2.3%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131094.0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124094.0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84822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21.2%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158211.4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151211.4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103357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47.7%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80960" y="137160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Bear: ~68418 đ/cp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Base: ~84822 đ/cp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Bull: ~103357 đ/cp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Base quanh 80–85k là vùng có lý hơn bộ số cũ.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9x chỉ hợp lý khi ĐMX giữ earnings power cao và BHX giữ được lợi nhuận.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Phân rã giá trị base case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Mảng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Giá trị (tỷ đồng)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Logic chính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BHX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33262.5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Blend EV/Sales + P/E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ĐMX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85431.5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Annualized PAT x P/E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TGDĐ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9900.0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PAT assumption x P/E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2500.0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Residual nhỏ, bảo thủ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80960" y="137160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ĐMX là biến số lớn nhất của model mới.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BHX đủ lớn để tạo upside, nhưng chưa nên được coi là “all-in value driver”.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TGDĐ đang bị giữ bảo thủ do thiếu standalone clean data; nếu bóc tách tốt hơn, giá trị có thể nhích lên.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Vì sao bộ số trước nhìn vô lý?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Bộ cũ dùng ĐMX theo “IPO narrative placeholder”, chưa bám earnings power thực tế từ Q1/2026.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TGDĐ trước đó bị định giá bằng “implied remainder”, tức là neo ngược từ EV hiện tại, không phải valuation độc lập.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Kết quả là target price bị méo: hoặc quá phụ thuộc giá hiện tại, hoặc quá thô ở từng mảng.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Model mới sửa bằng cách định giá độc lập từng mảng hơn, nhất là ĐMX.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Cảm giác “hơi vô lý” của user là đúng; cần cảnh giác với mọi model mà phần lớn giá trị đến từ remainder hoặc placeholder.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Kết luận đầu tư sơ bộ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Base case hiện cho MWG khoảng 84.8k/cp, tức upside khoảng 21% so với benchmark 70k.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ĐMX là engine lợi nhuận số 1; nếu earnings power Q1/2026 lặp lại với haircut hợp lý, ĐMX có thể chiếm phần lớn valuation MWG.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BHX là optionality quan trọng: nếu giữ biên quanh 3% và mở rộng bền, upside còn; nếu biên tụt, định giá BHX co lại nhanh.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TGDĐ đóng vai trò nền và đang bị giữ bảo thủ; upside bổ sung có thể đến nếu bóc tách segment này sạch hơn.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Bước tiếp theo: cập nhật exact net debt, shares, giá MWG live, và tìm thêm standalone/IPO disclosures để khóa 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