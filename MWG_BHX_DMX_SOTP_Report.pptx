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Định giá SOTP MWG / ĐMX / BHX / TGDĐ</a:t>
            </a:r>
          </a:p>
          <a:p>
            <a:pPr>
              <a:defRPr sz="1100">
                <a:solidFill>
                  <a:srgbClr val="646464"/>
                </a:solidFill>
              </a:defRPr>
            </a:pPr>
            <a:r>
              <a:t>Public-input model; giả định được ghi rõ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Mục tiêu: chạy nhanh định giá từng mảng ĐMX, BHX, TGDĐ để nhìn đóng góp vào MWG.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Nguồn public đã dùng: CafeF KQKD MWG 2025; bài công khai về BHX và ĐMX IPO/operating update; dữ liệu công khai trên MWG/CafeF.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Phần nào không có standalone financials sạch sẽ được đánh dấu là assumption.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MWG giả định tại giá 70.000 đ/cp. 1.463 triệu cp. net debt 7.000 tỷ =&gt; EV 109.410 tỷ.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Dữ liệu public đã xác nhận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Mảng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Chỉ tiêu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Ghi chú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MWG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Doanh thu thuần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155.928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CafeF KQKD 2025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MWG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LNST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7.073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CafeF KQKD 2025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Doanh thu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13.100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Bài CafeF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LN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~400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Bài CafeF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KH doanh thu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55.500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Bài CafeF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KH lợi nhuận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1.800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Bài CafeF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ĐMX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LNST Q1/2026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~2.219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Nguồn MWG/CafeF public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ĐMX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Dịch vụ thợ 2025 DT/LNST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2.576 / 201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Bài CafeF public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Giả định định giá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18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Khoản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Giả định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Loại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 EV/Sales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0,65x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 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ĐMX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45.000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Base placeholder theo IPO/public narrative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TGDĐ 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Implied from remainder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TGDĐ / Other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80% / 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MWG net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7.000 tỷ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Model placeholder - cần update BS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9768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BHX dùng blend EV/Sales và P/E vì đang ở pha scale + profitability transition.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ĐMX chưa có bộ standalone full-year sạch trong phiên nên dùng range IPO/public narrative, lấy base 45.000 tỷ.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TGDĐ chưa được tách riêng hoàn toàn bằng financials public, nên định giá bằng phần giá trị còn lại của MWG sau khi trừ BHX + ĐMX.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Kết quả định giá base case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4980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Mảng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Giá trị (tỷ đồng)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4E79"/>
                          </a:solidFill>
                        </a:defRPr>
                      </a:pPr>
                      <a:r>
                        <a:t>% EV MWG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BHX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37.837.5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34.6%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ĐMX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45.000.0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41.1%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TGDĐ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21.258.0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Khác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5.314.5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4.9%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MWG 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109.410.0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5544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BHX base: 37.838 tỷ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ĐMX base: 45.000 tỷ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TGDĐ base: 21.258 tỷ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ĐMX vẫn là core value lớn nhất trong base case.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BHX đang đủ lớn để trở thành 1/3 EV của MWG nếu market tin vào profitability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Nhận định từng mảng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ĐMX: profit engine rõ nhất; có catalyst IPO; thêm optionality từ mảng dịch vụ thợ.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BHX: đang chuyển từ story tăng trưởng doanh thu sang story lợi nhuận + leverage; định giá nhạy với biên ròng khoảng 3-5%.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TGDĐ: mảng trưởng thành hơn, ít rerating hơn; vai trò chính là nền doanh thu/dòng tiền và phần giá trị còn lại trong SOTP.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Nếu BHX duy trì biên khoảng 3% và mở rộng bền, upside valuation còn; nếu biên không giữ được thì BHX valuation dễ co lại.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Base case hiện phù hợp hơn bull case vì bull case làm phần TGDĐ + other implied quá thấp nếu giữ nguyên EV MWG.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Điểm cần cẩn thận / Việc cần làm tiếp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Chưa có standalone financial statements full-year sạch cho ĐMX và BHX trong phiên này.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Net debt MWG và shares cần cập nhật từ BCTC / nguồn mới nhất nếu muốn target price chính xác hơn.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TGDĐ đang là implied valuation, chưa phải tách riêng bằng mô hình độc lập hoàn chỉnh.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Báo cáo này phù hợp để nhìn nhanh SOTP / tỷ trọng giá trị, chưa phải fairness value cuối cùng.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Bước tiếp theo: cập nhật CĐKT/LCTT 2025, kéo thêm số standalone/IPO ĐMX và disclosure BHX để khóa valuation chắc hơn.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1F4E79"/>
                </a:solidFill>
              </a:rPr>
              <a:t>Target price MWG theo SOTP scenario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371600"/>
          <a:ext cx="5943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4E79"/>
                          </a:solidFill>
                        </a:defRPr>
                      </a:pPr>
                      <a:r>
                        <a:t>Kịch bản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4E79"/>
                          </a:solidFill>
                        </a:defRPr>
                      </a:pPr>
                      <a:r>
                        <a:t>Target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4E79"/>
                          </a:solidFill>
                        </a:defRPr>
                      </a:pPr>
                      <a:r>
                        <a:t>Upside vs 70k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70.000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70.000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70.000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32320" y="1280160"/>
            <a:ext cx="4206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Base case target price chỉ mang tính tham chiếu vì net debt và standalone segment FS chưa khóa tuyệt đối.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Bear/Base/Bull được tạo để nhìn độ nhạy valuation khi BHX/ĐMX thay đổi.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Nếu cập nhật net debt chính xác và standalone ĐMX/BHX sạch hơn, target price sẽ thay đổi đáng kể.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